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400" b="1">
                <a:solidFill>
                  <a:srgbClr val="38BDF8"/>
                </a:solidFill>
                <a:latin typeface="Segoe UI"/>
              </a:defRPr>
            </a:pPr>
            <a:r>
              <a:t>Nexus AI Companion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347472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0">
                <a:solidFill>
                  <a:srgbClr val="F8FAFC"/>
                </a:solidFill>
                <a:latin typeface="Segoe UI"/>
              </a:defRPr>
            </a:pPr>
            <a:r>
              <a:t>The ultimate cross-device intelligence bridge.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438912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94A3B8"/>
                </a:solidFill>
                <a:latin typeface="Segoe UI"/>
              </a:defRPr>
            </a:pPr>
            <a:r>
              <a:t>Built by P Rushidhar  |  Category: Local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38BDF8"/>
                </a:solidFill>
                <a:latin typeface="Segoe UI"/>
              </a:defRPr>
            </a:pPr>
            <a:r>
              <a:t>01. 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Segoe UI"/>
              </a:defRPr>
            </a:pPr>
            <a:r>
              <a:t>The Device Divide</a:t>
            </a:r>
          </a:p>
          <a:p>
            <a:pPr>
              <a:defRPr sz="2000">
                <a:solidFill>
                  <a:srgbClr val="CBD5E1"/>
                </a:solidFill>
              </a:defRPr>
            </a:pPr>
            <a:r>
              <a:t>Phones and PCs operate in silos. Sharing context requires friction-heavy workarounds.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Segoe UI"/>
              </a:defRPr>
            </a:pPr>
            <a:r>
              <a:t>Context Switching</a:t>
            </a:r>
          </a:p>
          <a:p>
            <a:pPr>
              <a:defRPr sz="2000">
                <a:solidFill>
                  <a:srgbClr val="CBD5E1"/>
                </a:solidFill>
              </a:defRPr>
            </a:pPr>
            <a:r>
              <a:t>Traditional AI requires opening browsers and managing tabs, breaking the user's flow.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Segoe UI"/>
              </a:defRPr>
            </a:pPr>
            <a:r>
              <a:t>Cloud Latency</a:t>
            </a:r>
          </a:p>
          <a:p>
            <a:pPr>
              <a:defRPr sz="2000">
                <a:solidFill>
                  <a:srgbClr val="CBD5E1"/>
                </a:solidFill>
              </a:defRPr>
            </a:pPr>
            <a:r>
              <a:t>Cloud APIs introduce latency and privacy concerns for system-level operations.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38BDF8"/>
                </a:solidFill>
                <a:latin typeface="Segoe UI"/>
              </a:defRPr>
            </a:pPr>
            <a:r>
              <a:t>02. The Nexus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0">
                <a:solidFill>
                  <a:srgbClr val="F8FAFC"/>
                </a:solidFill>
                <a:latin typeface="Segoe UI"/>
              </a:defRPr>
            </a:pPr>
            <a:r>
              <a:t>A seamless, always-on AI layer unifying smartphone and PC.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60A5FA"/>
                </a:solidFill>
                <a:latin typeface="Segoe UI"/>
              </a:defRPr>
            </a:pPr>
            <a:r>
              <a:t>Office Kit Bridge</a:t>
            </a:r>
          </a:p>
          <a:p>
            <a:pPr>
              <a:defRPr sz="2000">
                <a:solidFill>
                  <a:srgbClr val="CBD5E1"/>
                </a:solidFill>
              </a:defRPr>
            </a:pPr>
            <a:r>
              <a:t>• Zero-friction handoff (iQOO 15 to Laptop)</a:t>
            </a:r>
            <a:br/>
            <a:r>
              <a:t>• Phone task escalation to PC LLM</a:t>
            </a:r>
            <a:br/>
            <a:r>
              <a:t>• Live status sync via Vivo Office Kit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27432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4D399"/>
                </a:solidFill>
                <a:latin typeface="Segoe UI"/>
              </a:defRPr>
            </a:pPr>
            <a:r>
              <a:t>Notch HUD &amp; Voice</a:t>
            </a:r>
          </a:p>
          <a:p>
            <a:pPr>
              <a:defRPr sz="2000">
                <a:solidFill>
                  <a:srgbClr val="CBD5E1"/>
                </a:solidFill>
              </a:defRPr>
            </a:pPr>
            <a:r>
              <a:t>• System-wide hotkey (Win+Alt) &amp; Wake Word</a:t>
            </a:r>
            <a:br/>
            <a:r>
              <a:t>• Floating dynamic Electron notch UI</a:t>
            </a:r>
            <a:br/>
            <a:r>
              <a:t>• Screen-aware contextual dictation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38BDF8"/>
                </a:solidFill>
                <a:latin typeface="Segoe UI"/>
              </a:defRPr>
            </a:pPr>
            <a:r>
              <a:t>03. Hardware &amp;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ACC15"/>
                </a:solidFill>
                <a:latin typeface="Segoe UI"/>
              </a:defRPr>
            </a:pPr>
            <a:r>
              <a:t>Client &amp; Brain (Laptop)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F8FAFC"/>
                </a:solidFill>
                <a:latin typeface="Segoe UI"/>
              </a:defRPr>
            </a:pPr>
          </a:p>
          <a:p>
            <a:r>
              <a:t>▪ Device: ASUS TUF (RTX 2050)</a:t>
            </a:r>
          </a:p>
          <a:p>
            <a:r>
              <a:t>▪ Local LLM: Qwen 2.5 (0.5B) GGUF</a:t>
            </a:r>
          </a:p>
          <a:p>
            <a:r>
              <a:t>▪ UI Framework: Electron + TypeScript</a:t>
            </a:r>
          </a:p>
          <a:p>
            <a:r>
              <a:t>▪ Voice: Local VAD + PyAudio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20116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C084FC"/>
                </a:solidFill>
                <a:latin typeface="Segoe UI"/>
              </a:defRPr>
            </a:pPr>
            <a:r>
              <a:t>Mobile Node (Phone)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56032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F8FAFC"/>
                </a:solidFill>
                <a:latin typeface="Segoe UI"/>
              </a:defRPr>
            </a:pPr>
          </a:p>
          <a:p>
            <a:r>
              <a:t>▪ Device: iQOO 15</a:t>
            </a:r>
          </a:p>
          <a:p>
            <a:r>
              <a:t>▪ Processor: Snapdragon 8 Elite</a:t>
            </a:r>
          </a:p>
          <a:p>
            <a:r>
              <a:t>▪ Transport: Vivo Office Kit Clipboard</a:t>
            </a:r>
          </a:p>
          <a:p>
            <a:r>
              <a:t>▪ Capabilities: Cross-device escalation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38BDF8"/>
                </a:solidFill>
                <a:latin typeface="Segoe UI"/>
              </a:defRPr>
            </a:pPr>
            <a:r>
              <a:t>04. Core Workflows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Voice OS Control</a:t>
            </a:r>
          </a:p>
          <a:p>
            <a:pPr>
              <a:defRPr sz="1800">
                <a:solidFill>
                  <a:srgbClr val="CBD5E1"/>
                </a:solidFill>
              </a:defRPr>
            </a:pPr>
            <a:r>
              <a:t>"Hey Nexus, Open Chrome"</a:t>
            </a:r>
            <a:br/>
            <a:br/>
            <a:r>
              <a:t>Local VAD routes commands to the OS directly.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22860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Cross-Device Escalation</a:t>
            </a:r>
          </a:p>
          <a:p>
            <a:pPr>
              <a:defRPr sz="1800">
                <a:solidFill>
                  <a:srgbClr val="CBD5E1"/>
                </a:solidFill>
              </a:defRPr>
            </a:pPr>
            <a:r>
              <a:t>User highlights text on iQOO 15.</a:t>
            </a:r>
            <a:br/>
            <a:br/>
            <a:r>
              <a:t>Office Kit bridges the payload to the laptop's local LLM.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22860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Screen-Aware Drafting</a:t>
            </a:r>
          </a:p>
          <a:p>
            <a:pPr>
              <a:defRPr sz="1800">
                <a:solidFill>
                  <a:srgbClr val="CBD5E1"/>
                </a:solidFill>
              </a:defRPr>
            </a:pPr>
            <a:r>
              <a:t>Nexus reads the active window context and types the response natively.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0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000" b="1">
                <a:solidFill>
                  <a:srgbClr val="F8FAFC"/>
                </a:solidFill>
                <a:latin typeface="Segoe UI"/>
              </a:defRPr>
            </a:pPr>
            <a:r>
              <a:t>Ready for the Future.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0">
                <a:solidFill>
                  <a:srgbClr val="38BDF8"/>
                </a:solidFill>
                <a:latin typeface="Segoe UI"/>
              </a:defRPr>
            </a:pPr>
            <a:r>
              <a:t>Nexus transforms disjointed hardware into a single, unified intelligence ecosystem.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94A3B8"/>
                </a:solidFill>
                <a:latin typeface="Segoe UI"/>
              </a:defRPr>
            </a:pPr>
            <a:r>
              <a:t>Local First   |   Office Kit Integrated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